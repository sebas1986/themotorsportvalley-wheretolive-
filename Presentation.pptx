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7"/>
  </p:notesMasterIdLst>
  <p:sldIdLst>
    <p:sldId id="278" r:id="rId5"/>
    <p:sldId id="27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9" autoAdjust="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23/06/2020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23/06/2020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23/06/2020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23/06/2020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23/06/2020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23/06/2020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23/06/2020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23/06/2020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23/06/2020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23/06/2020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23/06/2020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23/06/2020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23/06/2020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23/06/2020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23/06/2020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23/06/2020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23/06/2020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Title Lorem Ipsum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sz="2300" dirty="0"/>
              <a:t>Sit Dolor Amet</a:t>
            </a: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Title Lorem Ipsum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pPr marL="36900" lvl="0" indent="0">
              <a:buNone/>
            </a:pPr>
            <a:r>
              <a:rPr lang="en-US" sz="2400" dirty="0"/>
              <a:t>Dolor Sit Amet</a:t>
            </a:r>
          </a:p>
          <a:p>
            <a:pPr marL="36900" lvl="0" indent="0">
              <a:buNone/>
            </a:pPr>
            <a:r>
              <a:rPr lang="en-US" sz="2400" dirty="0"/>
              <a:t>Consectetuer Elit</a:t>
            </a:r>
          </a:p>
          <a:p>
            <a:pPr marL="36900" lvl="0" indent="0">
              <a:buNone/>
            </a:pPr>
            <a:r>
              <a:rPr lang="en-US" sz="2400" dirty="0"/>
              <a:t>Nunc Viverra</a:t>
            </a:r>
          </a:p>
          <a:p>
            <a:pPr marL="36900" lvl="0" indent="0">
              <a:buNone/>
            </a:pPr>
            <a:r>
              <a:rPr lang="en-US" sz="2400" dirty="0"/>
              <a:t>Pellentesque Habitant</a:t>
            </a:r>
          </a:p>
          <a:p>
            <a:pPr marL="36900" lvl="0" indent="0">
              <a:buNone/>
            </a:pPr>
            <a:r>
              <a:rPr lang="en-US" sz="2400" dirty="0"/>
              <a:t>Lorem Ipsum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{B43CBEA2-BF75-45DA-98ED-F1B46CA7E409}tf55705232</Template>
  <TotalTime>0</TotalTime>
  <Words>22</Words>
  <Application>Microsoft Office PowerPoint</Application>
  <PresentationFormat>Widescreen</PresentationFormat>
  <Paragraphs>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Calibri</vt:lpstr>
      <vt:lpstr>Goudy Old Style</vt:lpstr>
      <vt:lpstr>Wingdings 2</vt:lpstr>
      <vt:lpstr>SlateVTI</vt:lpstr>
      <vt:lpstr>Title Lorem Ipsum</vt:lpstr>
      <vt:lpstr>Title Lorem Ipsum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2020-06-23T18:11:49Z</dcterms:created>
  <dcterms:modified xsi:type="dcterms:W3CDTF">2020-06-23T18:12:35Z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